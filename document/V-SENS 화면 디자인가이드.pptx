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8C8F1-83A9-400E-BEE4-D2F638D8CE9E}" type="datetimeFigureOut">
              <a:rPr lang="ko-KR" altLang="en-US" smtClean="0"/>
              <a:t>2018-02-20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4B075-BFC3-4B99-8F62-C502BDF775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14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287865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832948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728" y="594359"/>
            <a:ext cx="2302933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728" y="2926080"/>
            <a:ext cx="2302933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21728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V-SENS </a:t>
            </a:r>
            <a:br>
              <a:rPr lang="en-US" altLang="ko-KR" dirty="0" smtClean="0"/>
            </a:br>
            <a:r>
              <a:rPr lang="ko-KR" altLang="en-US" dirty="0" smtClean="0"/>
              <a:t>화면 디자인 가이드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Taxonomy</a:t>
            </a:r>
            <a:r>
              <a:rPr lang="ko-KR" altLang="en-US" dirty="0" smtClean="0"/>
              <a:t>화면을 기초로</a:t>
            </a:r>
            <a:endParaRPr lang="en-US" altLang="ko-KR" dirty="0" smtClean="0"/>
          </a:p>
          <a:p>
            <a:r>
              <a:rPr lang="en-US" altLang="ko-KR" dirty="0" smtClean="0"/>
              <a:t>2105.11.25 </a:t>
            </a:r>
            <a:r>
              <a:rPr lang="ko-KR" altLang="en-US" dirty="0" smtClean="0"/>
              <a:t>문지윤작성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671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17595" t="12710" r="380" b="3646"/>
          <a:stretch/>
        </p:blipFill>
        <p:spPr>
          <a:xfrm>
            <a:off x="3301999" y="168128"/>
            <a:ext cx="8378168" cy="650665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ko-KR" altLang="en-US" sz="3200" dirty="0" smtClean="0"/>
              <a:t>레이아웃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ko-KR" altLang="en-US" sz="3200" dirty="0" smtClean="0"/>
              <a:t>사이즈</a:t>
            </a:r>
            <a:endParaRPr lang="ko-KR" altLang="en-US" sz="32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기본 좌우 여백은 </a:t>
            </a:r>
            <a:r>
              <a:rPr lang="en-US" altLang="ko-KR" dirty="0" smtClean="0"/>
              <a:t>15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 err="1" smtClean="0"/>
              <a:t>구분선은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여백없이</a:t>
            </a:r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 err="1" smtClean="0"/>
              <a:t>구분선은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shadow</a:t>
            </a:r>
            <a:r>
              <a:rPr lang="ko-KR" altLang="en-US" dirty="0" smtClean="0"/>
              <a:t>로 적용된 경우가 많으므로 확인 필수</a:t>
            </a:r>
            <a:endParaRPr lang="en-US" altLang="ko-K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버튼 높이는 </a:t>
            </a:r>
            <a:r>
              <a:rPr lang="en-US" altLang="ko-KR" dirty="0" smtClean="0"/>
              <a:t>28</a:t>
            </a:r>
            <a:r>
              <a:rPr lang="ko-KR" altLang="en-US" dirty="0" smtClean="0"/>
              <a:t>로 공통이나 내부에 들어가는 </a:t>
            </a:r>
            <a:r>
              <a:rPr lang="en-US" altLang="ko-KR" dirty="0" smtClean="0"/>
              <a:t>+,- </a:t>
            </a:r>
            <a:r>
              <a:rPr lang="ko-KR" altLang="en-US" dirty="0" smtClean="0"/>
              <a:t>등의 버튼은 </a:t>
            </a:r>
            <a:r>
              <a:rPr lang="en-US" altLang="ko-KR" dirty="0" smtClean="0"/>
              <a:t>20*20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기본 폰트사이즈</a:t>
            </a:r>
            <a:r>
              <a:rPr lang="en-US" altLang="ko-KR" dirty="0" smtClean="0"/>
              <a:t>:13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 smtClean="0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4902199" y="168128"/>
            <a:ext cx="0" cy="30600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3301999" y="168128"/>
            <a:ext cx="795868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4648359" y="474133"/>
            <a:ext cx="0" cy="30600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3301999" y="594359"/>
            <a:ext cx="203201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5061252" y="827816"/>
            <a:ext cx="0" cy="284992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7745241" y="827816"/>
            <a:ext cx="0" cy="284992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301999" y="956668"/>
            <a:ext cx="203201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6666301" y="939415"/>
            <a:ext cx="203201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6657675" y="1310351"/>
            <a:ext cx="203201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7719361" y="1216325"/>
            <a:ext cx="0" cy="21566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8771784" y="6236578"/>
            <a:ext cx="0" cy="438206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8340464" y="6305204"/>
            <a:ext cx="0" cy="250871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03405" y="-80421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32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32642" y="168127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44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20893" y="472361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35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78552" y="440470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15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12130" y="827816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15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11476966" y="981704"/>
            <a:ext cx="203201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71373" y="662535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15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62747" y="1310350"/>
            <a:ext cx="393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15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382038" y="706181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15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6328" y="827815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39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09334" y="1207377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30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124420" y="813337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40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6743939" y="2816437"/>
            <a:ext cx="795868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95528" y="2836435"/>
            <a:ext cx="633021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100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44" name="직선 화살표 연결선 43"/>
          <p:cNvCxnSpPr/>
          <p:nvPr/>
        </p:nvCxnSpPr>
        <p:spPr>
          <a:xfrm>
            <a:off x="7565206" y="2912853"/>
            <a:ext cx="1361948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616795" y="2932851"/>
            <a:ext cx="1310359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 smtClean="0">
                <a:solidFill>
                  <a:srgbClr val="C00000"/>
                </a:solidFill>
              </a:rPr>
              <a:t>175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7529539" y="2033985"/>
            <a:ext cx="4012147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16795" y="1772496"/>
            <a:ext cx="3860171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 smtClean="0">
                <a:solidFill>
                  <a:srgbClr val="C00000"/>
                </a:solidFill>
              </a:rPr>
              <a:t>500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821275" y="6276750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60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300661" y="6276750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28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962558" y="310191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C00000"/>
                </a:solidFill>
              </a:rPr>
              <a:t>20*20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84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17595" t="12710" r="380" b="3646"/>
          <a:stretch/>
        </p:blipFill>
        <p:spPr>
          <a:xfrm>
            <a:off x="3301999" y="168128"/>
            <a:ext cx="8378168" cy="650665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altLang="ko-KR" sz="3200" dirty="0" smtClean="0"/>
              <a:t>Styles</a:t>
            </a:r>
            <a:br>
              <a:rPr lang="en-US" altLang="ko-KR" sz="3200" dirty="0" smtClean="0"/>
            </a:br>
            <a:r>
              <a:rPr lang="en-US" altLang="ko-KR" sz="3200" dirty="0" smtClean="0"/>
              <a:t>:</a:t>
            </a:r>
            <a:r>
              <a:rPr lang="en-US" altLang="ko-KR" sz="3200" dirty="0" err="1" smtClean="0"/>
              <a:t>config</a:t>
            </a:r>
            <a:endParaRPr lang="ko-KR" altLang="en-US" sz="320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half" idx="2"/>
          </p:nvPr>
        </p:nvSpPr>
        <p:spPr>
          <a:xfrm>
            <a:off x="155781" y="2926080"/>
            <a:ext cx="2533226" cy="337912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텍스트버튼 크기 계산법</a:t>
            </a:r>
            <a:r>
              <a:rPr lang="en-US" altLang="ko-KR" dirty="0" smtClean="0"/>
              <a:t>: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(</a:t>
            </a:r>
            <a:r>
              <a:rPr lang="ko-KR" altLang="en-US" dirty="0" smtClean="0"/>
              <a:t>글자수</a:t>
            </a:r>
            <a:r>
              <a:rPr lang="en-US" altLang="ko-KR" dirty="0" smtClean="0"/>
              <a:t>*10 )+ 30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예</a:t>
            </a:r>
            <a:r>
              <a:rPr lang="en-US" altLang="ko-KR" dirty="0" smtClean="0"/>
              <a:t>) 2</a:t>
            </a:r>
            <a:r>
              <a:rPr lang="ko-KR" altLang="en-US" dirty="0" smtClean="0"/>
              <a:t>글자</a:t>
            </a:r>
            <a:r>
              <a:rPr lang="en-US" altLang="ko-KR" dirty="0" smtClean="0"/>
              <a:t>:50, 3</a:t>
            </a:r>
            <a:r>
              <a:rPr lang="ko-KR" altLang="en-US" dirty="0" smtClean="0"/>
              <a:t>글자</a:t>
            </a:r>
            <a:r>
              <a:rPr lang="en-US" altLang="ko-KR" dirty="0" smtClean="0"/>
              <a:t>:60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 smtClean="0"/>
              <a:t>아이콘 있는 버튼 크기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2/3/4/5/6</a:t>
            </a:r>
            <a:r>
              <a:rPr lang="ko-KR" altLang="en-US" dirty="0" smtClean="0"/>
              <a:t>글자</a:t>
            </a:r>
            <a:r>
              <a:rPr lang="en-US" altLang="ko-KR" dirty="0" smtClean="0"/>
              <a:t>&gt;&gt;</a:t>
            </a:r>
            <a:br>
              <a:rPr lang="en-US" altLang="ko-KR" dirty="0" smtClean="0"/>
            </a:br>
            <a:r>
              <a:rPr lang="en-US" altLang="ko-KR" dirty="0" smtClean="0"/>
              <a:t>70/80/90/100/110</a:t>
            </a:r>
          </a:p>
          <a:p>
            <a:endParaRPr lang="en-US" altLang="ko-KR" dirty="0" smtClean="0"/>
          </a:p>
        </p:txBody>
      </p:sp>
      <p:sp>
        <p:nvSpPr>
          <p:cNvPr id="52" name="TextBox 51"/>
          <p:cNvSpPr txBox="1"/>
          <p:nvPr/>
        </p:nvSpPr>
        <p:spPr>
          <a:xfrm>
            <a:off x="5817272" y="2816436"/>
            <a:ext cx="1122185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ko-KR" sz="1400" b="1" dirty="0" err="1">
                <a:solidFill>
                  <a:schemeClr val="accent4">
                    <a:lumMod val="75000"/>
                  </a:schemeClr>
                </a:solidFill>
              </a:rPr>
              <a:t>label_lititle</a:t>
            </a:r>
            <a:endParaRPr lang="ko-KR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968446" y="564332"/>
            <a:ext cx="1362181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 err="1">
                <a:solidFill>
                  <a:schemeClr val="accent4">
                    <a:lumMod val="75000"/>
                  </a:schemeClr>
                </a:solidFill>
              </a:rPr>
              <a:t>lbl_grid_title</a:t>
            </a:r>
            <a:endParaRPr lang="ko-KR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5" name="직선 화살표 연결선 54"/>
          <p:cNvCxnSpPr>
            <a:stCxn id="53" idx="2"/>
          </p:cNvCxnSpPr>
          <p:nvPr/>
        </p:nvCxnSpPr>
        <p:spPr>
          <a:xfrm flipH="1">
            <a:off x="7287876" y="884374"/>
            <a:ext cx="361661" cy="85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flipV="1">
            <a:off x="6392333" y="2726267"/>
            <a:ext cx="468543" cy="90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4544173" y="476673"/>
            <a:ext cx="1362181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 err="1">
                <a:solidFill>
                  <a:schemeClr val="accent4">
                    <a:lumMod val="75000"/>
                  </a:schemeClr>
                </a:solidFill>
              </a:rPr>
              <a:t>label_boxtitle</a:t>
            </a:r>
            <a:endParaRPr lang="ko-KR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21" name="직선 화살표 연결선 120"/>
          <p:cNvCxnSpPr/>
          <p:nvPr/>
        </p:nvCxnSpPr>
        <p:spPr>
          <a:xfrm flipH="1">
            <a:off x="4191000" y="645558"/>
            <a:ext cx="3471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8330627" y="5574812"/>
            <a:ext cx="1489550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ko-KR" sz="1400" b="1" dirty="0" err="1">
                <a:solidFill>
                  <a:schemeClr val="accent4">
                    <a:lumMod val="75000"/>
                  </a:schemeClr>
                </a:solidFill>
              </a:rPr>
              <a:t>btn_normal</a:t>
            </a:r>
            <a:endParaRPr lang="ko-KR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8017933" y="5909733"/>
            <a:ext cx="1058334" cy="48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/>
          <p:cNvCxnSpPr/>
          <p:nvPr/>
        </p:nvCxnSpPr>
        <p:spPr>
          <a:xfrm flipH="1">
            <a:off x="7462791" y="5894854"/>
            <a:ext cx="1511876" cy="410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/>
          <p:cNvCxnSpPr/>
          <p:nvPr/>
        </p:nvCxnSpPr>
        <p:spPr>
          <a:xfrm>
            <a:off x="9277063" y="5909733"/>
            <a:ext cx="1924737" cy="410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/>
          <p:nvPr/>
        </p:nvCxnSpPr>
        <p:spPr>
          <a:xfrm flipH="1" flipV="1">
            <a:off x="6606455" y="1069164"/>
            <a:ext cx="2430457" cy="4570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9277063" y="2923994"/>
            <a:ext cx="1122185" cy="3200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ko-KR" sz="1400" b="1" dirty="0" err="1">
                <a:solidFill>
                  <a:schemeClr val="accent4">
                    <a:lumMod val="75000"/>
                  </a:schemeClr>
                </a:solidFill>
              </a:rPr>
              <a:t>edit_mand_readonly</a:t>
            </a:r>
            <a:endParaRPr lang="ko-KR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27" name="직선 화살표 연결선 126"/>
          <p:cNvCxnSpPr/>
          <p:nvPr/>
        </p:nvCxnSpPr>
        <p:spPr>
          <a:xfrm flipV="1">
            <a:off x="9852124" y="2726267"/>
            <a:ext cx="468543" cy="197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/>
          <p:cNvCxnSpPr>
            <a:stCxn id="126" idx="0"/>
          </p:cNvCxnSpPr>
          <p:nvPr/>
        </p:nvCxnSpPr>
        <p:spPr>
          <a:xfrm flipH="1" flipV="1">
            <a:off x="8922716" y="2692436"/>
            <a:ext cx="915440" cy="231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02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1728" y="594359"/>
            <a:ext cx="2302933" cy="1033544"/>
          </a:xfrm>
        </p:spPr>
        <p:txBody>
          <a:bodyPr>
            <a:normAutofit/>
          </a:bodyPr>
          <a:lstStyle/>
          <a:p>
            <a:r>
              <a:rPr lang="en-US" altLang="ko-KR" sz="2800" smtClean="0"/>
              <a:t>Margin/style </a:t>
            </a:r>
            <a:r>
              <a:rPr lang="ko-KR" altLang="en-US" sz="2800" smtClean="0"/>
              <a:t>정보</a:t>
            </a:r>
            <a:endParaRPr lang="ko-KR" altLang="en-US" sz="280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21728" y="1627903"/>
            <a:ext cx="2302933" cy="4677301"/>
          </a:xfrm>
        </p:spPr>
        <p:txBody>
          <a:bodyPr>
            <a:normAutofit fontScale="92500"/>
          </a:bodyPr>
          <a:lstStyle/>
          <a:p>
            <a:r>
              <a:rPr lang="ko-KR" altLang="en-US" sz="1400" dirty="0" err="1" smtClean="0"/>
              <a:t>조회영역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400" dirty="0" smtClean="0"/>
              <a:t>- </a:t>
            </a:r>
            <a:r>
              <a:rPr lang="ko-KR" altLang="en-US" sz="1400" dirty="0" smtClean="0"/>
              <a:t>시작은 </a:t>
            </a:r>
            <a:r>
              <a:rPr lang="en-US" altLang="ko-KR" sz="1400" dirty="0" smtClean="0"/>
              <a:t>15px</a:t>
            </a:r>
            <a:br>
              <a:rPr lang="en-US" altLang="ko-KR" sz="1400" dirty="0" smtClean="0"/>
            </a:br>
            <a:r>
              <a:rPr lang="en-US" altLang="ko-KR" sz="1400" dirty="0" smtClean="0"/>
              <a:t>- label</a:t>
            </a:r>
            <a:r>
              <a:rPr lang="ko-KR" altLang="en-US" sz="1400" dirty="0" smtClean="0"/>
              <a:t>과 </a:t>
            </a:r>
            <a:r>
              <a:rPr lang="en-US" altLang="ko-KR" sz="1400" dirty="0" smtClean="0"/>
              <a:t>combo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5px</a:t>
            </a:r>
            <a:br>
              <a:rPr lang="en-US" altLang="ko-KR" sz="1400" dirty="0" smtClean="0"/>
            </a:br>
            <a:r>
              <a:rPr lang="en-US" altLang="ko-KR" sz="1400" dirty="0" smtClean="0"/>
              <a:t>- </a:t>
            </a:r>
            <a:r>
              <a:rPr lang="ko-KR" altLang="en-US" sz="1400" dirty="0" smtClean="0"/>
              <a:t>두줄 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간격은 </a:t>
            </a:r>
            <a:r>
              <a:rPr lang="en-US" altLang="ko-KR" sz="1400" dirty="0" smtClean="0"/>
              <a:t>5px</a:t>
            </a:r>
            <a:br>
              <a:rPr lang="en-US" altLang="ko-KR" sz="1400" dirty="0" smtClean="0"/>
            </a:br>
            <a:r>
              <a:rPr lang="en-US" altLang="ko-KR" sz="1400" dirty="0" smtClean="0"/>
              <a:t>- </a:t>
            </a:r>
            <a:r>
              <a:rPr lang="ko-KR" altLang="en-US" sz="1400" dirty="0" smtClean="0"/>
              <a:t>조회 버튼은 마지막 줄에서 </a:t>
            </a:r>
            <a:r>
              <a:rPr lang="en-US" altLang="ko-KR" sz="1400" dirty="0" smtClean="0"/>
              <a:t>20px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400" dirty="0" smtClean="0"/>
              <a:t>- </a:t>
            </a:r>
            <a:r>
              <a:rPr lang="ko-KR" altLang="en-US" sz="1400" dirty="0" smtClean="0"/>
              <a:t>모든 위젯은 </a:t>
            </a:r>
            <a:r>
              <a:rPr lang="en-US" altLang="ko-KR" sz="1400" dirty="0" smtClean="0"/>
              <a:t>25px</a:t>
            </a:r>
          </a:p>
          <a:p>
            <a:r>
              <a:rPr lang="en-US" altLang="ko-KR" sz="1400" dirty="0" smtClean="0"/>
              <a:t>sub-title</a:t>
            </a:r>
            <a:br>
              <a:rPr lang="en-US" altLang="ko-KR" sz="1400" dirty="0" smtClean="0"/>
            </a:br>
            <a:r>
              <a:rPr lang="en-US" altLang="ko-KR" sz="1400" dirty="0" smtClean="0"/>
              <a:t>- style: </a:t>
            </a:r>
            <a:r>
              <a:rPr lang="en-US" altLang="ko-KR" sz="1400" dirty="0" err="1" smtClean="0"/>
              <a:t>labal_box_title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적용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- </a:t>
            </a:r>
            <a:r>
              <a:rPr lang="ko-KR" altLang="en-US" sz="1400" dirty="0" smtClean="0"/>
              <a:t>양쪽 </a:t>
            </a:r>
            <a:r>
              <a:rPr lang="en-US" altLang="ko-KR" sz="1400" dirty="0" smtClean="0"/>
              <a:t>10px</a:t>
            </a:r>
            <a:r>
              <a:rPr lang="ko-KR" altLang="en-US" sz="1400" dirty="0" smtClean="0"/>
              <a:t>씩 간격</a:t>
            </a:r>
            <a:endParaRPr lang="en-US" altLang="ko-KR" sz="1400" dirty="0"/>
          </a:p>
          <a:p>
            <a:r>
              <a:rPr lang="en-US" altLang="ko-KR" sz="1400" dirty="0" smtClean="0"/>
              <a:t>Grid</a:t>
            </a:r>
            <a:br>
              <a:rPr lang="en-US" altLang="ko-KR" sz="1400" dirty="0" smtClean="0"/>
            </a:br>
            <a:r>
              <a:rPr lang="en-US" altLang="ko-KR" sz="1400" dirty="0" smtClean="0"/>
              <a:t>- sub-title</a:t>
            </a:r>
            <a:r>
              <a:rPr lang="ko-KR" altLang="en-US" sz="1400" dirty="0" smtClean="0"/>
              <a:t>과 양쪽 간격 </a:t>
            </a:r>
            <a:r>
              <a:rPr lang="en-US" altLang="ko-KR" sz="1400" dirty="0" smtClean="0"/>
              <a:t>5px</a:t>
            </a:r>
            <a:br>
              <a:rPr lang="en-US" altLang="ko-KR" sz="1400" dirty="0" smtClean="0"/>
            </a:br>
            <a:r>
              <a:rPr lang="en-US" altLang="ko-KR" sz="1400" dirty="0" smtClean="0"/>
              <a:t>- sub-title </a:t>
            </a:r>
            <a:r>
              <a:rPr lang="ko-KR" altLang="en-US" sz="1400" dirty="0" smtClean="0"/>
              <a:t>혹은 새로운 </a:t>
            </a:r>
            <a:r>
              <a:rPr lang="en-US" altLang="ko-KR" sz="1400" dirty="0" smtClean="0"/>
              <a:t>grid</a:t>
            </a:r>
            <a:r>
              <a:rPr lang="ko-KR" altLang="en-US" sz="1400" dirty="0" smtClean="0"/>
              <a:t>와의 간격은 </a:t>
            </a:r>
            <a:r>
              <a:rPr lang="en-US" altLang="ko-KR" sz="1400" dirty="0" smtClean="0"/>
              <a:t>10px</a:t>
            </a:r>
            <a:br>
              <a:rPr lang="en-US" altLang="ko-KR" sz="1400" dirty="0" smtClean="0"/>
            </a:br>
            <a:r>
              <a:rPr lang="en-US" altLang="ko-KR" sz="1400" dirty="0" smtClean="0"/>
              <a:t>- style: </a:t>
            </a:r>
            <a:r>
              <a:rPr lang="en-US" altLang="ko-KR" sz="1400" dirty="0" err="1" smtClean="0"/>
              <a:t>table_border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적용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- grid </a:t>
            </a:r>
            <a:r>
              <a:rPr lang="ko-KR" altLang="en-US" sz="1400" dirty="0" smtClean="0"/>
              <a:t>밑에 있는 </a:t>
            </a:r>
            <a:r>
              <a:rPr lang="en-US" altLang="ko-KR" sz="1400" dirty="0" smtClean="0"/>
              <a:t>button</a:t>
            </a:r>
            <a:r>
              <a:rPr lang="ko-KR" altLang="en-US" sz="1400" dirty="0" smtClean="0"/>
              <a:t>은 </a:t>
            </a:r>
            <a:r>
              <a:rPr lang="en-US" altLang="ko-KR" sz="1400" dirty="0" smtClean="0"/>
              <a:t>margin-top : </a:t>
            </a:r>
            <a:r>
              <a:rPr lang="en-US" altLang="ko-KR" sz="1400" dirty="0" smtClean="0"/>
              <a:t>5px</a:t>
            </a:r>
          </a:p>
          <a:p>
            <a:r>
              <a:rPr lang="ko-KR" altLang="en-US" sz="1400" dirty="0" err="1" smtClean="0"/>
              <a:t>조회조건</a:t>
            </a:r>
            <a:endParaRPr lang="en-US" altLang="ko-KR" sz="1400" dirty="0" smtClean="0"/>
          </a:p>
          <a:p>
            <a:r>
              <a:rPr lang="ko-KR" altLang="en-US" sz="1400" dirty="0" smtClean="0"/>
              <a:t>구분 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기간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소속</a:t>
            </a:r>
            <a:endParaRPr lang="en-US" altLang="ko-KR" sz="1400" dirty="0" smtClean="0"/>
          </a:p>
          <a:p>
            <a:r>
              <a:rPr lang="ko-KR" altLang="en-US" sz="1400" dirty="0" err="1" smtClean="0"/>
              <a:t>보험종목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상품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담보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나머지</a:t>
            </a:r>
            <a:r>
              <a:rPr lang="en-US" altLang="ko-KR" sz="1400" smtClean="0"/>
              <a:t>…</a:t>
            </a:r>
            <a:endParaRPr lang="en-US" altLang="ko-KR" sz="1400" smtClean="0"/>
          </a:p>
          <a:p>
            <a:endParaRPr lang="en-US" altLang="ko-KR" sz="1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471" y="569494"/>
            <a:ext cx="8689792" cy="5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231981" y="590514"/>
            <a:ext cx="0" cy="649707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3426421" y="595774"/>
            <a:ext cx="0" cy="644447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58457" y="351296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15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0830959" y="590514"/>
            <a:ext cx="0" cy="644447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1130505" y="585254"/>
            <a:ext cx="0" cy="649707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782333" y="380314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20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7987912" y="595774"/>
            <a:ext cx="0" cy="649707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8108779" y="590514"/>
            <a:ext cx="0" cy="644447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08416" y="365694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3231981" y="983274"/>
            <a:ext cx="8171734" cy="0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05711" y="893944"/>
            <a:ext cx="8171734" cy="0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356425" y="790436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3268771" y="1167204"/>
            <a:ext cx="8171734" cy="0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274673" y="942836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25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893230" y="0"/>
            <a:ext cx="12779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두줄 </a:t>
            </a:r>
            <a:r>
              <a:rPr lang="en-US" altLang="ko-KR" sz="1100" smtClean="0"/>
              <a:t>: Height=80</a:t>
            </a:r>
          </a:p>
          <a:p>
            <a:r>
              <a:rPr lang="ko-KR" altLang="en-US" sz="1100" smtClean="0"/>
              <a:t>한줄 </a:t>
            </a:r>
            <a:r>
              <a:rPr lang="en-US" altLang="ko-KR" sz="1100" smtClean="0"/>
              <a:t>: Height=55</a:t>
            </a:r>
            <a:endParaRPr lang="ko-KR" altLang="en-US" sz="1100"/>
          </a:p>
        </p:txBody>
      </p:sp>
      <p:sp>
        <p:nvSpPr>
          <p:cNvPr id="27" name="직사각형 26"/>
          <p:cNvSpPr/>
          <p:nvPr/>
        </p:nvSpPr>
        <p:spPr>
          <a:xfrm>
            <a:off x="3322561" y="1245481"/>
            <a:ext cx="7807944" cy="325135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615031" y="1269548"/>
            <a:ext cx="1524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Style:labal_box_title</a:t>
            </a:r>
            <a:endParaRPr lang="ko-KR" altLang="en-US" sz="1200"/>
          </a:p>
        </p:txBody>
      </p:sp>
      <p:cxnSp>
        <p:nvCxnSpPr>
          <p:cNvPr id="30" name="직선 연결선 29"/>
          <p:cNvCxnSpPr/>
          <p:nvPr/>
        </p:nvCxnSpPr>
        <p:spPr>
          <a:xfrm>
            <a:off x="3212191" y="1269548"/>
            <a:ext cx="19790" cy="5219483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320958" y="1269548"/>
            <a:ext cx="19790" cy="5219483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15255" y="6454764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3443273" y="1570616"/>
            <a:ext cx="20154" cy="4884148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76200" y="6323959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11669922" y="1574218"/>
            <a:ext cx="19790" cy="4880546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11788584" y="1234961"/>
            <a:ext cx="0" cy="5219803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465332" y="6227421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11901186" y="1245481"/>
            <a:ext cx="10077" cy="5209283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07859" y="1497098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3391271" y="1679984"/>
            <a:ext cx="8084144" cy="0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810747" y="6273950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674966" y="6060818"/>
            <a:ext cx="1880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Table style: table_border</a:t>
            </a:r>
            <a:endParaRPr lang="ko-KR" altLang="en-US" sz="120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7542" y="657574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" name="직선 연결선 55"/>
          <p:cNvCxnSpPr/>
          <p:nvPr/>
        </p:nvCxnSpPr>
        <p:spPr>
          <a:xfrm>
            <a:off x="3542620" y="6599663"/>
            <a:ext cx="8407868" cy="0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3505840" y="6489313"/>
            <a:ext cx="8407868" cy="0"/>
          </a:xfrm>
          <a:prstGeom prst="line">
            <a:avLst/>
          </a:prstGeom>
          <a:ln w="254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768942" y="6404755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>
                <a:solidFill>
                  <a:srgbClr val="FF0000"/>
                </a:solidFill>
              </a:rPr>
              <a:t>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82651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사용자 지정 10">
      <a:majorFont>
        <a:latin typeface="나눔바른고딕"/>
        <a:ea typeface="나눔바른고딕"/>
        <a:cs typeface=""/>
      </a:majorFont>
      <a:minorFont>
        <a:latin typeface="맑은 고딕"/>
        <a:ea typeface="맑은 고딕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</TotalTime>
  <Words>88</Words>
  <Application>Microsoft Office PowerPoint</Application>
  <PresentationFormat>와이드스크린</PresentationFormat>
  <Paragraphs>56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나눔바른고딕</vt:lpstr>
      <vt:lpstr>맑은 고딕</vt:lpstr>
      <vt:lpstr>Calibri</vt:lpstr>
      <vt:lpstr>Wingdings</vt:lpstr>
      <vt:lpstr>추억</vt:lpstr>
      <vt:lpstr>V-SENS  화면 디자인 가이드</vt:lpstr>
      <vt:lpstr>레이아웃 사이즈</vt:lpstr>
      <vt:lpstr>Styles :config</vt:lpstr>
      <vt:lpstr>Margin/style 정보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V-SENS  화면 디자인 가이드</dc:title>
  <dc:creator>문지윤</dc:creator>
  <cp:lastModifiedBy>yoonsu seok</cp:lastModifiedBy>
  <cp:revision>14</cp:revision>
  <dcterms:created xsi:type="dcterms:W3CDTF">2015-11-25T04:34:03Z</dcterms:created>
  <dcterms:modified xsi:type="dcterms:W3CDTF">2018-02-20T06:41:34Z</dcterms:modified>
</cp:coreProperties>
</file>